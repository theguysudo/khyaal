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5EFE4"/>
                </a:solidFill>
                <a:latin typeface="Georgia"/>
              </a:rPr>
              <a:t>KHAYAAL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88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8A06B"/>
                </a:solidFill>
              </a:rPr>
              <a:t>A silent guardian for elderly parents living alone — passive wellbeing monitoring, weak-signal fusion, tiered escalation.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31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B8AC9C"/>
                </a:solidFill>
              </a:rPr>
              <a:t>Team Nivaan · Aditya Dubey · Rudra Pratap Singh Negi · IILM University, Greater Noida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B8AC9C"/>
                </a:solidFill>
              </a:rPr>
              <a:t>Next.js 15 · TypeScript strict · Kotlin/Compose · ESP32 Wi-Fi CSI · Google OAuth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DB08A"/>
                </a:solidFill>
              </a:rPr>
              <a:t>“Nothing to press. Nothing to wear. Nothing to remember.”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India's eldercare gap is a detection failure, not a medical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149M elderly today → 347M by 2050 (41% growth per decade — fastest-ageing cohort)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1 in 3 falls every year past 60 · 2 in 3 of those falls injure — usually with nobody in the room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1 in 10 live entirely alone: 70% rural, 40% in the poorest wealth quintile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Existing answers fail at the moment of crisis — they all require the victim to act: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B8AC9C"/>
                </a:solidFill>
                <a:latin typeface="Calibri"/>
              </a:rPr>
              <a:t>– Panic buttons: assume consciousness, orientation, reachability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B8AC9C"/>
                </a:solidFill>
                <a:latin typeface="Calibri"/>
              </a:rPr>
              <a:t>– Wearables: bought, worn daily, charged nightly — end up in a drawer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B8AC9C"/>
                </a:solidFill>
                <a:latin typeface="Calibri"/>
              </a:rPr>
              <a:t>– Cameras: surveillance inside the home → switched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Absence is the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5EFE4"/>
                </a:solidFill>
                <a:latin typeface="Calibri"/>
              </a:rPr>
              <a:t>• “If you designed the safest possible technology for an elderly person, it wouldn't rely on them pressing anything at all.”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5EFE4"/>
                </a:solidFill>
                <a:latin typeface="Calibri"/>
              </a:rPr>
              <a:t>• Design rule that governs everything — dignity first:</a:t>
            </a:r>
          </a:p>
          <a:p>
            <a:pPr lvl="1">
              <a:spcAft>
                <a:spcPts val="800"/>
              </a:spcAft>
            </a:pPr>
            <a:r>
              <a:rPr sz="1900" b="1">
                <a:solidFill>
                  <a:srgbClr val="9DB08A"/>
                </a:solidFill>
                <a:latin typeface="Calibri"/>
              </a:rPr>
              <a:t>– No camera · no microphone · no message content ever read</a:t>
            </a:r>
          </a:p>
          <a:p>
            <a:pPr lvl="1">
              <a:spcAft>
                <a:spcPts val="800"/>
              </a:spcAft>
            </a:pPr>
            <a:r>
              <a:rPr sz="1900" b="1">
                <a:solidFill>
                  <a:srgbClr val="9DB08A"/>
                </a:solidFill>
                <a:latin typeface="Calibri"/>
              </a:rPr>
              <a:t>– No wearable · no GPS trail — home presence via Wi-Fi SSID match only</a:t>
            </a:r>
          </a:p>
          <a:p>
            <a:pPr lvl="1">
              <a:spcAft>
                <a:spcPts val="800"/>
              </a:spcAft>
            </a:pPr>
            <a:r>
              <a:rPr sz="1900" b="1">
                <a:solidFill>
                  <a:srgbClr val="9DB08A"/>
                </a:solidFill>
                <a:latin typeface="Calibri"/>
              </a:rPr>
              <a:t>– Child-facing UI: status + last-active + score trend. Never raw sensor data (API-enforced)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5EFE4"/>
                </a:solidFill>
                <a:latin typeface="Calibri"/>
              </a:rPr>
              <a:t>• Core inversion: the system watches for the absence of ordinary life, not the presence of danger.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Edge collectors → single ingest contract → fusion engine → tiered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SOURCES — Android phone: UsageStatsManager (unlock/app_use), ActivityRecognition API + accelerometer (motion), BatteryManager (charging), WifiManager SSID match (location_zone home|away)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B8AC9C"/>
                </a:solidFill>
                <a:latin typeface="Calibri"/>
              </a:rPr>
              <a:t>– OPTIONAL — ESP32-WROOM-32: Wi-Fi CSI presence (esp-csi on ESP-IDF 5.5) → presence motion|idle|lost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TRANSPORT — one endpoint for every source: POST /api/v1/ingest {sourceId, type, value, ts} with per-source API key; USB-serial JSON bridge as fallback tunnel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BACKEND — Next.js 15 App Router route handlers; Store interface with in-process MemoryStore (Firestore drop-in); signals retained 7 days, scored, discarded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ENGINE — @khayaal/engine: pure, framework-free TypeScript package; deterministic advanceState() recomputes from signals + prior state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CLIENTS — web dashboards poll state every 1.5s; Android (Kotlin 2.0, Compose) batches via WorkManager (15-min periodic + event-driven expedited flush)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SIGNAL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Signal { sourceId, type, value, ts } — normalized at the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screen_event ('unlock' | 'screen_on' | 'app_open') — UsageStatsManager events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motion (1) — accelerometer + ActivityRecognition transitions (walking / on-foot)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charging (true | false) — ACTION_POWER_CONNECTED/DISCONNECTED + BatteryManager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app_usage (&lt;package&gt;) — package name only, never content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location_zone ('home' | 'away') — SSID match; absence of GPS permission by design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presence ('motion' | 'idle' | 'lost') — ESP32 CSI-derived room occupancy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manual_checkin ('ok') — the parent's one-tap I'm OK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5EFE4"/>
                </a:solidFill>
                <a:latin typeface="Calibri"/>
              </a:rPr>
              <a:t>• Absence is the primary signal: the engine scores missing ordinary life, not detected danger.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RISK ENGINE — @KHAYAAL/ENGINE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Rule-based weighted fusion → score 0–100 → tier bands 35 / 55 /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Weighted absences (per-stream caps): morning unlock ≤30 · movement ≤28 · overnight charge 16 · room presence ≤18 · total silence ≤20 · score = clamp(Σ effect, 0, 100)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Baseline = robust medians over a 7-day sliding window: wakeHour, chargingStartHour, dailyMotionCount — a night owl is never measured against an early riser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location_zone 'away' scales all absence effects ×0.35 and explains, never alerts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Confidence 0.4–1.0: unpaired ESP32 −0.15 · no charging data −0.10 · thin baseline −0.10; tier ≥ 2 gated by confidence ≥ 0.55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Quiet hours cap escalation at tier 1 unless score ≥ 85 — a 3 AM slow night never pages the family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Effect ramps: unlock 12 + 2 pts/20min late; motion 10 + 2 pts/30min after 6 h gap; silence 6 + 1.5 pts/30min past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ESCALATION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advanceState() is pure — idempotent and race-safe under N concurrent pollers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Tier 0 quiet → Tier 1 soft nudge → Tier 2 check-in prompt → Tier 3 family alert with last-known signals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Score bands alone never escalate: dwell timers 10 / 10 / 15 min (configurable per household); exactly one step per evaluation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Any interaction-grade signal within 5 min (unlock, app_usage, checkin, presence motion) → standdown to tier 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Confirmed check-in holds the ladder down 2 h (snoozeUntilTs); child ack notifies siblings; every transition appended to the events audit log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Deterministic recompute: same signals + prior state ⇒ same state, so 1.5 s polling from web + Android cannot double-fire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Demo time-warp: simTimeOffsetMs shifts the clock — hours compress to seconds, timers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API CONTRACT — /API/V1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Versioned, typed via @khayaal/shared; consumed unchanged by web and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POST /pair — {action: create | join | demo}; create links the Google account (ownerSubs)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POST /ingest — any source; 403 on bad key; signals normalized + validated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GET /household/{id}/state — the tick: recompute risk, advance machine, sample trend, return child-safe bundle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POST /household/{id}/checkin · /ack · /snooze · PATCH /config (quietHours, escalationConfig, simAdvanceMinutes, learningHours)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POST /household/{id}/demo — server-side scenario seeding (normal | slow | emergency)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GET/POST/DELETE /household/{id}/sources — device registry; API key returned exactly once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GET /my/households · /api/auth/google/{start,callback} · POST /api/auth/transfer (one-time phone session)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PRIVACY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Dignity is enforced by the API, not by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Child bundle contains no raw signals and no API keys — the UI cannot leak what it never receives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No camera, no microphone, no message/call content; presence via SSID match — ACCESS_FINE_LOCATION never requested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Signals retained ~7 days, scored, discarded — no archive exists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Per-source API keys generated once at registration; ingest re-validates on every call (403 path tested)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Google OAuth authorization-code + OIDC profile; HMAC-SHA256 signed HttpOnly SameSite session cookies (30 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Phone inherits sessions via one-time 5-minute transfer links — Google's IP-URI ban never touches the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ANDROID CLIENT — PHASE 2,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Kotlin 2.0 · Jetpack Compose · Material3 · MVVM · WorkManager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Pairing: 6-digit code → POST /pair join → POST sources → DataStore (householdId, sourceId, apiKey, base URL)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SignalRecorder: in-memory + DataStore-snapshot queue, mutex-guarded, one POST per signal; 403 clears queue, 5xx/IOException → Result.retry()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Collectors: USER_PRESENT, POWER_CONNECTED/DISCONNECTED, ActivityRecognition transitions (5 min), significant-motion trigger fallback (permission-free), SSID-match presence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Doze-aware scheduling: 15-min periodic ingest, 10-min state poll, expedited unlock flush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Notification channels: khayaal-care (DEFAULT, tiers 1–2, tier-1 silent) · khayaal-urgent (HIGH, tier 3, full-screen intent) with I'm OK / Snooze actions; notifies only on tier rises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kotlinx.serialization DTOs (ignoreUnknownKeys) mirror the wire shapes incl. polymorphic signal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ESP32 ROOM 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Wi-Fi CSI presence sensing — no camera, no wearable, nothing worn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ESP32-WROOM-32 · PlatformIO · Arduino core 3.3 on ESP-IDF 5.5; CSI amplitude variance over rolling 100 AP frames, BSSID-filtered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State machine: variance &gt; threshold for 2 s → motion · quiet 10 min → idle · Wi-Fi down → lost · 30 s heartbeats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Calibration: serial 'cal' command logs variance 60 s and suggests ~2× idle-p95; config persisted in NVS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Dual transport: LAN HTTPClient (5 s timeout, 1→60 s backoff) or serial JSON lines consumed by the Python bridge → same /api/v1/ingest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Privacy: only the presence scalar leaves the device — never raw CSI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EFE4"/>
                </a:solidFill>
                <a:latin typeface="Calibri"/>
              </a:rPr>
              <a:t>• Validated end-to-end: bridge forwarded idle/motion/idle/lost → 200 ok; wrong key → 403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16 unit tests · CI green · end-to-end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Engine fixtures: normal day, late wake, no movement 6 h, phone dead, parent away, presence lost, quiet-hours cap, dwell timers, idempotency, learning window, baseline learning — 16/16 passing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CI (GitHub Actions): typecheck shared+engine → engine tests → next build → Android assembleDebug → APK artifact on every push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End-to-end Android: emulator pairing — join 200 → source registration 200 → state polling 200 → home screen live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Escalation demo: seeded emergency scores 96 → ladder walks 1 → 2 → 3 under simulated clock, fully audited in events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Instant demo mode: onboarding seeds a declared prior + one day of history — full confidence, real score from the first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06B"/>
                </a:solidFill>
                <a:latin typeface="Consola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From working prototype to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Firestore adapter — Store interface already defined; transactional setState for multi-instance safety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FCM push — needs a Firebase project; in-app + polling cover the demo today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ML phase 2: per-user Isolation Forest / LSTM behind the same engine interface, TensorFlow Lite on-device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Pilot questions this deck answers honestly: Wi-Fi CSI reliability across room layouts · false-alarm rate of the baseline model in real households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5EFE4"/>
                </a:solidFill>
                <a:latin typeface="Calibri"/>
              </a:rPr>
              <a:t>• ESP32 flash path ready: erase-flash → upload → monitor (3 commands) after a physical replug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AC9C"/>
                </a:solidFill>
                <a:latin typeface="Consolas"/>
              </a:rPr>
              <a:t>KHAYAAL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EFE4"/>
                </a:solidFill>
                <a:latin typeface="Georgia"/>
              </a:rPr>
              <a:t>Technology protects an elderly person only when it asks nothing of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E8A06B"/>
                </a:solidFill>
              </a:rPr>
              <a:t>KHAYAAL · Team Nivaan · Aditya Dubey · Rudra Pratap Singh Negi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B8AC9C"/>
                </a:solidFill>
              </a:rPr>
              <a:t>github.com/theguysudo/Khyaal · hello@khayaal.care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